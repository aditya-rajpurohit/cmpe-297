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layfair Display ExtraBold"/>
      <p:bold r:id="rId28"/>
      <p:boldItalic r:id="rId29"/>
    </p:embeddedFont>
    <p:embeddedFont>
      <p:font typeface="Playfair Display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Lato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layfairDisplayExtraBold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SemiBold-bold.fntdata"/><Relationship Id="rId30" Type="http://schemas.openxmlformats.org/officeDocument/2006/relationships/font" Target="fonts/PlayfairDisplay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48c1d46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248c1d46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48c1d46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48c1d46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48c1d46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248c1d46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48c1d46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48c1d46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48c1d46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248c1d46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248c1d46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248c1d46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48c1d460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248c1d460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248c1d46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248c1d46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48c1d46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248c1d46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48c1d46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248c1d46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248c1d46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248c1d46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48c1d460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248c1d46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248c1d460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248c1d460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42275" y="741600"/>
            <a:ext cx="8451900" cy="21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3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On Selecting Few-Shot Examples for LLM-based Code Vulnerability Detection</a:t>
            </a:r>
            <a:endParaRPr b="0" sz="36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61075" y="2953150"/>
            <a:ext cx="8214300" cy="141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Authors:</a:t>
            </a:r>
            <a:r>
              <a:rPr b="0" lang="en" sz="1400">
                <a:solidFill>
                  <a:srgbClr val="000000"/>
                </a:solidFill>
              </a:rPr>
              <a:t> Md Abdul Hannan, Ronghao Ni, Chi Zhang, Limin Jia, Ravi Mangal, Corina S. Pasareanu</a:t>
            </a:r>
            <a:endParaRPr b="0"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Publication Date:</a:t>
            </a:r>
            <a:r>
              <a:rPr b="0" lang="en" sz="1400">
                <a:solidFill>
                  <a:srgbClr val="000000"/>
                </a:solidFill>
              </a:rPr>
              <a:t> Oct 31, 2025 </a:t>
            </a:r>
            <a:endParaRPr b="0"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Presented By:</a:t>
            </a:r>
            <a:r>
              <a:rPr b="0" lang="en" sz="1400">
                <a:solidFill>
                  <a:srgbClr val="000000"/>
                </a:solidFill>
              </a:rPr>
              <a:t> Aditya Rajpurohit</a:t>
            </a:r>
            <a:endParaRPr b="0"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The Challenge</a:t>
            </a:r>
            <a:endParaRPr i="1" sz="30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LLMs perform well on code generation, completion, and summarization.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But they struggle with detecting security vulnerabilities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e.g., SQL injection, buffer overflow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Detecting vulnerabilities requires deep reasoning about code logic, not just syntax.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Random few-shot examples give inconsistent and poor results.</a:t>
            </a:r>
            <a:endParaRPr sz="14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en" sz="3000"/>
              <a:t>Why Few-Shot Example Selection Matters</a:t>
            </a:r>
            <a:endParaRPr i="1"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300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In-context learning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ICL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 helps LLMs adapt using examples inside prompts.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quality of few-shot examples strongly influences model performance.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Wrong examples can confuse the model; right ones can dramatically improve accuracy.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Research question: How to choose the most useful examples for ICL?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The Proposed Approach</a:t>
            </a:r>
            <a:endParaRPr i="1" sz="3000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Two novel algorithms for example selection: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i="1" lang="en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LFM: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Learns from the model’s own mistakes.</a:t>
            </a:r>
            <a:b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i="1" lang="en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LFNN: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Selects examples similar to the query code.</a:t>
            </a:r>
            <a:b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Goal: Improve precision, recall, and F1-score through smarter prompting.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Black-box, prompt-based method and no fine-tuning required.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Algorithm 1: Learn-from-Mistakes (LFM)</a:t>
            </a:r>
            <a:endParaRPr i="1" sz="300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Tests LLM on labeled code samples to find where it fails or succeeds.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Adds consistently misclassified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 correctly classified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 examples to the few-shot set.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Teaches model to “reflect” on its weak areas.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Improves recall and catches more true vulnerabilities.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Algorithm 2: Learn-from-Nearest-Neighbors (LFNN)</a:t>
            </a:r>
            <a:endParaRPr i="1" sz="30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Uses a code embedding model to represent programs as vectors.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Finds </a:t>
            </a:r>
            <a:r>
              <a:rPr i="1"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k-nearest neighbors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of the query code using cosine similarity.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Adds most semantically similar examples to the few-shot prompt.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Improves precision,  focuses on relevant &amp; context-specific examples.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Combining Both Approaches</a:t>
            </a:r>
            <a:endParaRPr i="1" sz="30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Three hybrid methods to balance correction and similarity: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i="1" lang="en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CM1: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Union of LFM and LFNN examples.</a:t>
            </a:r>
            <a:b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i="1" lang="en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CM2: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Feed LFNN examples into LFM.</a:t>
            </a:r>
            <a:b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i="1" lang="en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CM3: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Run LFM twice (</a:t>
            </a:r>
            <a:r>
              <a:rPr i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global → local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).</a:t>
            </a:r>
            <a:b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Combines LFM’s generalization with LFNN’s contextual grounding.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Experimental Setup</a:t>
            </a:r>
            <a:endParaRPr i="1" sz="30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400" u="sng">
              <a:solidFill>
                <a:srgbClr val="00000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i="1" lang="en" sz="1400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Models: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Qwen2.5-Coder-7B, Gemma-3-4B-it, GPT-5-mini.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i="1" lang="en" sz="1400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Datasets: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PrimeVul, DiverseVul, SVEN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C/Python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), NodeMedic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JavaScript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i="1" lang="en" sz="1400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Metrics: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Accuracy, Precision, Recall, F1-score.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i="1" lang="en" sz="1400" u="sng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Baselines: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Zero-shot and Random Few-shot settings.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Results Overview</a:t>
            </a:r>
            <a:endParaRPr i="1" sz="30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Both LFM and LFNN outperform random few-shot prompting.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LFNN: Consistently high precision and balanced F1.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LFM: Boosts recall but can lean toward over-prediction.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Combined Methods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CM2, CM3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): Achieve best overall performance and stability.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Key Quantitative Insights</a:t>
            </a:r>
            <a:endParaRPr i="1" sz="30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On NodeMedic, F1-score improved from 0.57 → 0.85 with LFNN.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Open-source models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Gemma, Qwen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 nearly match GPT-5-mini using few-shot selection.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CM3 provided optimal trade-offs between recall and precision.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Smart prompting ≈ fine-tuning performance with less cost and effort.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Implications &amp; Significance</a:t>
            </a:r>
            <a:endParaRPr i="1" sz="3000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Demonstrates the power of prompt design over retraining.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Enables scalable vulnerability detection using existing models.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Reduces dependency on large, curated training datasets.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Lays foundation for self-improving AI code reviewers.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Limitations &amp; Future Work</a:t>
            </a:r>
            <a:endParaRPr i="1" sz="3000"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LFM can bias models toward “vulnerable” predictions (high recall, low precision).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Computationally expensive, multiple model queries per dataset.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Dataset and language sensitivity (</a:t>
            </a:r>
            <a:r>
              <a:rPr i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easier than C/C++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Future: automated, adaptive few-shot selection using feedback loops or multi-agent systems.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3000"/>
              <a:t>Takeaways</a:t>
            </a:r>
            <a:endParaRPr i="1" sz="3000"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Smart example selection → smarter LLMs.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LFM + LFNN = balance between learning from mistakes and contextual similarity.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Few-shot selection boosts LLM security reasoning dramatically.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“Smarter prompts, safer code” is the next step for AI-assisted software security.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19456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i="1" lang="en" sz="6000"/>
              <a:t>Thank You!</a:t>
            </a:r>
            <a:endParaRPr i="1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